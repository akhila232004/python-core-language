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61488" y="1856231"/>
            <a:ext cx="38862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1993392"/>
            <a:ext cx="3291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>
                <a:solidFill>
                  <a:srgbClr val="232323"/>
                </a:solidFill>
                <a:latin typeface="Aptos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468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78AF"/>
                </a:solidFill>
                <a:latin typeface="Aptos"/>
              </a:rPr>
              <a:t>Conditional Decision Making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rm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Conditional statements allow a Python program to make decisions based on conditions.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program evaluates a condition and executes the appropriate block of code.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Python uses if, elif, and else statements for conditional decision making.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age = 20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if age &gt;= 18: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print("Eligible to vote")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Eligible to vote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6928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Conditional Decision 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if statement executes a block of code only when its condition is True.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If the condition is False, the indented block is skipped.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temperature = 35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if temperature &gt; 30: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print("It is hot")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It is hot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6928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The if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if-else statement chooses between two alternatives.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if block runs when the condition is True; otherwise the else block runs.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score = 45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if score &gt;= 50: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print("Pass")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else: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print("Fail")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Fail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6928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The if-else Statement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elif clause checks another condition when the previous condition is False.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Python executes the first matching branch and skips the remaining branches.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marks = 82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if marks &gt;= 90: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grade = "A+"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elif marks &gt;= 75: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grade = "A"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else: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grade = "B"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print(grade)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6928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The if-elif-else Statement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A conditional statement can be placed inside another conditional statement.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inner condition is evaluated only when the outer condition is satisfied.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age = 22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has_id = True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if age &gt;= 18: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if has_id: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    print("Entry allowed")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else: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    print("ID required")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Entry allowed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6928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Nested Conditional Statements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A conditional expression provides a compact way to choose between two values.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It is useful when a simple decision can be written in one expression.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age = 20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status = "Adult" if age &gt;= 18 else "Minor"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print(status)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Adult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6928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Conditional Expressions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Multiple conditions can be combined using logical operators.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and requires all conditions to be True.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or requires at least one condition to be True.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not reverses a Boolean condition.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age = 25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has_id = True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if age &gt;= 18 and has_id: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    print("Access granted")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Access granted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6928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Combining Conditions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