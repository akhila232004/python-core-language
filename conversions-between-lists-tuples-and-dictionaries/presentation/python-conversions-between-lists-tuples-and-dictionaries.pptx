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7033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3778AF"/>
                </a:solidFill>
                <a:latin typeface="Aptos"/>
              </a:rPr>
              <a:t>Conversions Between Lists, Tuples, and Dictionaries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Python provides built-in constructors to convert between common collection types.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list() creates a list from an iterable.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tuple() creates a tuple from an iterable.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dict() creates a dictionary from key-value pairs.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These conversions are useful when data needs to be represented in a different structure.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Conversions Between Lists, Tuples, and Dictionaries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tuple() function converts a list into a tuple.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order of the elements is preserved.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resulting tuple is immutable.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numbers = [10, 20, 30]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numbers_tuple = tuple(numbers)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print(numbers_tuple)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(10, 20, 30)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List to Tuple Conversion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list() function converts a tuple into a list.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order of the elements is preserved.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resulting list can be modified after conversion.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numbers = (10, 20, 30)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numbers_list = list(numbers)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print(numbers_list)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[10, 20, 30]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Tuple to List Conversion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dictionary can be created from an iterable containing key-value pairs.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Each pair becomes one dictionary entry.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dict() constructor is commonly used with a list or tuple of pairs.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pairs = [("name", "Ravi"), ("age", 25)]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student = dict(pairs)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print(student)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{'name': 'Ravi', 'age': 25}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List of Pairs to Dictionary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Converting a dictionary directly with list() or tuple() produces its keys.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Use .items(), .keys(), or .values() when a specific part of the dictionary is required.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student = {"name": "Ravi", "age": 25}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print(list(student))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print(tuple(student))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['name', 'age']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('name', 'age')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Dictionary to List or Tuple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The items() method provides the dictionary's key-value pairs.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list(dict.items()) creates a list of pairs.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tuple(dict.items()) creates a tuple of pairs.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student = {"name": "Ravi", "age": 25}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print(list(student.items()))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[('name', 'Ravi'), ('age', 25)]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Dictionary Items to List or Tuple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Lists, tuples, and dictionaries can be combined during conversion.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list or tuple of pairs can become a dictionary.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A dictionary's items can be converted back to a list or tuple.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data = [("a", 1), ("b", 2)]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d = dict(data)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pairs = list(d.items())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print(pairs)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250">
                <a:solidFill>
                  <a:srgbClr val="275289"/>
                </a:solidFill>
                <a:latin typeface="Aptos"/>
              </a:rPr>
              <a:t>[('a', 1), ('b', 2)]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Converting Between All Three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