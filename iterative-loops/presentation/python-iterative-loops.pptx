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78AF"/>
                </a:solidFill>
                <a:latin typeface="Aptos"/>
              </a:rPr>
              <a:t>Iterative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Iterative loops repeat a block of code multiple times.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They are useful when the same operation must be performed repeatedly.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mainly provides for and while loops for iteration.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loop can iterate over a sequence or continue while a condition is True.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Iterative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for loop iterates over the items of a sequence or other iterable.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loop variable receives one item at a time.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indented block executes once for each item.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numbers = [10, 20, 30]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for number in numbers: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print(number)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10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20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30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for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range() function generates a sequence of numbers.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It is commonly used when a loop needs to repeat a specific number of times.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stop value is not included.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for number in range(1, 4):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print(number)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2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Using range() with for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while loop repeatedly executes a block while its condition is True.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condition is checked before each iteration.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loop should update its state so that it can eventually stop.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count = 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while count &lt;= 3: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print(count)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count += 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2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while Loop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loop can be placed inside another loop.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inner loop completes its iterations for each iteration of the outer loop.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Nested loops are useful for working with tables, grids, and combinations.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for row in range(2):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for column in range(3):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    print(row, column)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0 0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0 1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0 2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1 0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1 1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1 2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Nested Iterative Loops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break statement immediately terminates the current loop.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It is useful when the required result has been found and further iterations are unnecessary.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for number in range(1, 6):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if number == 4: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    break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print(number)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2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break Statement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continue statement skips the remaining statements in the current iteration.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Execution then moves to the next iteration of the loop.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for number in range(1, 6):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if number == 3: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    continue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print(number)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1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2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4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continue Statement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