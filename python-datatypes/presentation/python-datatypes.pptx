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Datatypes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provides several built-in data types to work with different kinds of data.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data type classifies the type of data a variable can hold and the operations that can be performed on it.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includes numeric, sequence, mapping, set, Boolean, and None types.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Datatypes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provides int, float, and complex numeric types.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int represents whole numbers, positive or negative.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float represents real numbers with a decimal point.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complex represents numbers in the form a + bj.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x = 5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y = 3.14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z = 2 + 3j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print(x, y, z)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5 3.14 (2+3j)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Numeric Types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sequence types include str, list, and tuple.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str stores a sequence of characters.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list stores an ordered collection of items and can contain different data types.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tuple stores an ordered collection of items and is immutable.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name = 'Alice'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numbers = [1, 2, 3]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coordinates = (10, 20)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print(name)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print(numbers)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print(coordinates)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Sequence Types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dict type stores data as key-value pairs.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dictionary is written using curly braces with keys and values separated by colons.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Keys are used to access their corresponding values.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person = {'name': 'Bob', 'age': 25}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print(person)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print(person['name'])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{'name': 'Bob', 'age': 25}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Bob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Mapping Type — Dictionary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provides set and frozenset types.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set is an unordered collection of unique items.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frozenset is similar to a set but is immutable.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Frozensets can be used as dictionary keys.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unique_numbers = {1, 2, 3}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frozen_set = frozenset({4, 5, 6})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print(unique_numbers)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print(frozen_set)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{1, 2, 3}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frozenset({4, 5, 6})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Set Types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bool type represents truth values.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Boolean value can only be True or False.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Booleans are commonly used in conditions and logical expressions.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is_active = True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is_complete = False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print(is_active)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print(is_complete)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False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Boolean Type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None represents the absence of a value or a null value.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It is useful when a variable has no meaningful value yet or when a function does not return a value.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result = None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print(result)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8000"/>
              </a:lnSpc>
              <a:spcBef>
                <a:spcPts val="0"/>
              </a:spcBef>
              <a:spcAft>
                <a:spcPts val="1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None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None Type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