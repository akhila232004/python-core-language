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Dictionaries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Dictionaries in Python are unordered collections of key-value pairs.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They are a versatile data structure used to store and retrieve data efficiently.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Dictionaries are mutable, meaning their elements can be changed after creation.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Each key is unique and maps to a corresponding value.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 = {'name': 'John', 'age': 30, 'gender': 'Male'}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Dictionaries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Dictionaries can be created using curly braces {} or the dict() constructor.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Each key is followed by a colon : and its corresponding value.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An empty dictionary can also be created.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eats = {'APPLE':'FRUIT', 'POTATO':'ROOT', 'OKRA':'VEGETABLE'}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print(eats)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# Empty Dictionary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dict0 = {}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print(dict0)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{'APPLE': 'FRUIT', 'POTATO': 'ROOT', 'OKRA': 'VEGETABLE'}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{}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Creating Dictionaries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Individual elements in a dictionary can be accessed using keys.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The get() method can also be used to retrieve a value for a key.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 = {'name': 'John', 'age': 30, 'gender': 'Male'}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print(my_dict['name'])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print(my_dict['age'])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print(my_dict.get('gender'))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John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30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Male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Accessing Elements in Dictionaries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Dictionaries can contain other dictionaries as values, enabling nested data structures.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Indexing can be used to access elements in nested dictionaries or lists of dictionaries.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 = {'person': {'name': 'John', 'age': 30}}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print(my_dict['person'])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print(my_dict['person']['name'])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print(my_dict['person']['age'])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{'name': 'John', 'age': 30}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John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30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Accessing Nested Dictionary Elements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Dictionary elements can be modified by assigning new values to existing keys.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New key-value pairs can also be added.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The del statement removes a key-value pair, and clear() removes everything.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 = {'name': 'John', 'age': 30}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my_dict['age'] = 35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my_dict['gender'] = 'Male'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del my_dict['gender']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{'name': 'John', 'age': 35}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Modifying Dictionaries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Python provides built-in methods for dictionary manipulation.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keys() returns the keys.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values() returns the values.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items() returns key-value pairs.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pop() removes a specified item and returns its value.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popitem() removes and returns the last inserted key-value pair.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my_dict = {'name': 'John', 'age': 30, 'gender': 'Male'}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print(my_dict.keys())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print(my_dict.values())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print(my_dict.items())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dict_keys(['name', 'age', 'gender'])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dict_values(['John', 30, 'Male'])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dict_items([('name', 'John'), ('age', 30), ('gender', 'Male')])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Dictionary Methods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Dictionary comprehensions provide a concise way to create dictionaries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based on existing data.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numbers = {1, 2, 3, 4, 5}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numbers_dict = {x: x ** 2 for x in numbers}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print(numbers_dict)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100"/>
              </a:spcAft>
            </a:pPr>
            <a:r>
              <a:rPr sz="1220">
                <a:solidFill>
                  <a:srgbClr val="275289"/>
                </a:solidFill>
                <a:latin typeface="Aptos"/>
              </a:rPr>
              <a:t>{1: 1, 2: 4, 3: 9, 4: 16, 5: 25}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Dictionary Comprehensions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