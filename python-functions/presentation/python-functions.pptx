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1488" y="1856231"/>
            <a:ext cx="39776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993392"/>
            <a:ext cx="3474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68880"/>
            <a:ext cx="3657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3778AF"/>
                </a:solidFill>
                <a:latin typeface="Aptos"/>
              </a:rPr>
              <a:t>Python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rm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Functions in Python are blocks of reusable code that perform a specific task.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They allow programs to be divided into smaller, modular components.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Functions improve code organization, readability, debugging, maintenance, and reuse.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function can be called once or multiple times.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Python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Python function typically contains a function definition, parameters,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docstring, function body, and an optional return statement.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def function_name(parameter1, parameter2):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"""Description of the function."""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# Function body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return value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Key points: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def defines the function.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Parameters receive values.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function body contains the code to execute.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return optionally sends a value back.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Function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function is defined using the def keyword.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To execute it, call the function by its name followed by parentheses.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Arguments can be passed when the function requires parameters.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def greet(name):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print("Hello,", name)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greet("Alice")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Hello, Alice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def square(number):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return number ** 2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print(square(5))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25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Defining and Calling Functions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Variables defined inside a function have local scope.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Variables defined outside functions have global scope.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local variable can be accessed within its function, while a global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variable can be accessed from different parts of the program.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def my_func():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x = 10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print("Inside function:", x)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x = 20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my_func()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print("Outside function:", x)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Inside function: 10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Outside function: 20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Scope of Variables in Functions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Python functions can accept different types of arguments.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Positional arguments are passed according to their position.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Keyword arguments use the parameter name and can be supplied in any order.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Default arguments provide a value when an argument is not supplied.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Variable-length arguments use *args for arbitrary positional arguments.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Keyword variable-length arguments use **kwargs.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def greet(name, greeting="Hello"):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print(greeting, name)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greet("Charlie")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greet(greeting="Hi", name="Bob")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Hello Charlie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Hi Bob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Types of Arguments in Functions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function can return a value using the return statement.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returned value can be stored in a variable or used directly in an expression.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def return_sum(num1, num2):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return num1 + num2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x = return_sum(1, 2)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print(x)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print(return_sum(1, 2))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3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3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If a function has no return statement, it implicitly returns None.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Functions with Return Values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Functions can accept lists, tuples, and dictionaries as input parameters.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function can process the supplied collection and return a result.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def process_list(input_list):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squared_numbers = [x ** 2 for x in input_list]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return squared_numbers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[1, 2, 3, 4, 5]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result = process_list(numbers)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print("Squared numbers:", result)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Squared numbers: [1, 4, 9, 16, 25]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Functions with Different Input Types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