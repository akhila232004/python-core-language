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761488" y="1856231"/>
            <a:ext cx="3977639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1993392"/>
            <a:ext cx="3474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>
                <a:solidFill>
                  <a:srgbClr val="232323"/>
                </a:solidFill>
                <a:latin typeface="Aptos"/>
              </a:rP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2468880"/>
            <a:ext cx="36576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3778AF"/>
                </a:solidFill>
                <a:latin typeface="Aptos"/>
              </a:rPr>
              <a:t>Python Lists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rm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Lists are ordered, mutable collections used to store multiple items in one variable.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 list can contain values of different data types and can contain duplicate items.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Lists are written using square brackets [].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numbers = [10, 20, 30]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mixed = [1, "Python", 3.14, True]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print(numbers)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print(mixed)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Python Lists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Lists can be created using square brackets or the list() constructor.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An empty list can also be created.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numbers = [1, 2, 3, 4]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empty_list = []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another_list = list()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print(numbers)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print(empty_list)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print(another_list)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[1, 2, 3, 4]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[]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[]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Creating Lists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Each list item has an index, starting from 0.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Positive indexing accesses items from the beginning.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Negative indexing accesses items from the end.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fruits = ["apple", "banana", "cherry"]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print(fruits[0])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print(fruits[-1])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apple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cherry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Accessing List Elements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Slicing extracts a portion of a list using start, stop, and optional step values.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The stop index is not included.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numbers = [10, 20, 30, 40, 50]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print(numbers[1:4])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print(numbers[:3])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print(numbers[::2])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[20, 30, 40]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[10, 20, 30]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[10, 30, 50]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List Slicing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Lists are mutable, so their elements can be changed after creation.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An item can be replaced by assigning a new value to its index.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names = ["Alice", "Bob", "Charlie"]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names[1] = "David"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print(names)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['Alice', 'David', 'Charlie']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Modifying Lists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Common list methods are used to add and remove elements.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append() adds one item to the end.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extend() adds multiple items.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insert() adds an item at a specified position.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remove() removes the first matching item.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pop() removes and returns an item.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numbers = [1, 2, 3]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numbers.append(4)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numbers.extend([5, 6])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numbers.insert(0, 0)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numbers.remove(3)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last = numbers.pop()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print(numbers)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print(last)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[0, 1, 2, 4, 5]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Adding and Removing Items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Lists support useful operations and methods such as len(), count(), index(),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reverse(), and sort().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numbers = [4, 2, 5, 2, 1]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print(len(numbers))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print(numbers.count(2))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print(numbers.index(5))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numbers.sort()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print(numbers)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5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2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2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[1, 2, 2, 4, 5]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List Operations and Methods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