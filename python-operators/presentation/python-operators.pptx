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761488" y="1856231"/>
            <a:ext cx="3977639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98648" y="1993392"/>
            <a:ext cx="347472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100">
                <a:solidFill>
                  <a:srgbClr val="232323"/>
                </a:solidFill>
                <a:latin typeface="Aptos"/>
              </a:rP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98648" y="2468880"/>
            <a:ext cx="36576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>
                <a:solidFill>
                  <a:srgbClr val="3778AF"/>
                </a:solidFill>
                <a:latin typeface="Aptos"/>
              </a:rPr>
              <a:t>Python Operators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rm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Operators are symbols used to perform operations on values and variables.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Python provides arithmetic, comparison, logical, assignment, bitwise, membership,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and identity operators.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 = 10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b = 3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print(a + b)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13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Python Operators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Arithmetic operators perform mathematical calculations.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+  Addition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-  Subtraction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*  Multiplication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/  Division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%  Modulus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** Exponentiation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// Floor division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 = 10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b = 3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print(a + b)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print(a / b)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print(a % b)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print(a ** b)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print(a // b)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13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3.3333333333333335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1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1000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3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Arithmetic Operators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Comparison operators compare two values and return True or False.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==  Equal to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!=  Not equal to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&gt;   Greater than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&lt;   Less than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&gt;=  Greater than or equal to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&lt;=  Less than or equal to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 = 10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b = 5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print(a &gt; b)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print(a == b)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print(a != b)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True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False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True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Comparison Operators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Logical operators combine or modify Boolean expressions.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and  Returns True when both conditions are True.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or   Returns True when at least one condition is True.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not  Reverses the Boolean result.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age = 25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has_id = True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print(age &gt;= 18 and has_id)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print(age &lt; 18 or has_id)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print(not has_id)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True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True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False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Logical Operators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Assignment operators assign values to variables.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Compound assignment operators combine an operation with assignment.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=   Assign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+=  Add and assign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-=  Subtract and assign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*=  Multiply and assign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/=  Divide and assign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%=  Modulus and assign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**= Exponentiate and assign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//= Floor divide and assign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number = 10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number += 5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print(number)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15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Assignment Operators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Bitwise operators work on the binary representation of integers.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&amp;   AND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|   OR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^   XOR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~   NOT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&lt;&lt;  Left shift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&gt;&gt;  Right shift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 = 5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b = 3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print(a &amp; b)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print(a | b)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print(a ^ b)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1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7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6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Bitwise Operators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18288" rIns="18288" tIns="27432" bIns="27432">
            <a:noAutofit/>
          </a:bodyPr>
          <a:lstStyle/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Membership operators check whether a value exists in a sequence or collection.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in      Returns True when a value is present.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not in  Returns True when a value is absent.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Identity operators check whether two references refer to the same object.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is       Returns True when objects are identical.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is not   Returns True when objects are not identical.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Example: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numbers = [1, 2, 3]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print(2 in numbers)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print(5 not in numbers)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a = [1, 2]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b = a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print(a is b)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Output: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True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True</a:t>
            </a:r>
          </a:p>
          <a:p>
            <a:pPr>
              <a:lnSpc>
                <a:spcPct val="84000"/>
              </a:lnSpc>
              <a:spcBef>
                <a:spcPts val="0"/>
              </a:spcBef>
              <a:spcAft>
                <a:spcPts val="100"/>
              </a:spcAft>
            </a:pPr>
            <a:r>
              <a:rPr sz="1210">
                <a:solidFill>
                  <a:srgbClr val="275289"/>
                </a:solidFill>
                <a:latin typeface="Aptos"/>
              </a:rPr>
              <a:t>True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/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Header Heading"/>
          <p:cNvSpPr txBox="1"/>
          <p:nvPr/>
        </p:nvSpPr>
        <p:spPr>
          <a:xfrm>
            <a:off x="91440" y="91440"/>
            <a:ext cx="5623560" cy="39319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 Display"/>
              </a:rPr>
              <a:t>Membership and Identity Operators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