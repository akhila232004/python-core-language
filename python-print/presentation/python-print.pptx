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761488" y="1856231"/>
            <a:ext cx="3977639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8648" y="1993392"/>
            <a:ext cx="3474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>
                <a:solidFill>
                  <a:srgbClr val="232323"/>
                </a:solidFill>
                <a:latin typeface="Aptos"/>
              </a:rP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8648" y="2468880"/>
            <a:ext cx="36576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3778AF"/>
                </a:solidFill>
                <a:latin typeface="Aptos"/>
              </a:rPr>
              <a:t>Python print()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rm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The print() function is used to display output on the screen.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It can display text, numbers, variables, expressions, and multiple values.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print() writes the supplied objects to the standard output.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print("Hello, Python!")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Hello, Python!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Python print()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The print() function can display the value stored in a variable.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Multiple variables can be passed as separate arguments.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name = "Alice"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age = 25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print(name)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print(age)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print(name, age)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Alice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25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Alice 25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Printing Variables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Multiple values can be printed in one print() statement.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By default, print() separates multiple arguments with a space.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name = "Alice"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age = 25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city = "Hyderabad"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print(name, age, city)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Alice 25 Hyderabad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Printing Multiple Values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The sep parameter defines the separator placed between multiple values.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The default separator is a space.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name = "Alice"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age = 25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city = "Hyderabad"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print(name, age, city, sep=" | ")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Alice | 25 | Hyderabad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The sep Parameter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The end parameter defines what print() writes after its output.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The default value is a newline character, so the next print() starts on a new line.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print("Hello", end=" ")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print("Python")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Hello Python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The end Parameter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print() can evaluate and display expressions.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The expression is evaluated first and its result is then displayed.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 = 10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b = 5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print(a + b)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print(a * b)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print(a &gt; b)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15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50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True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Printing Expressions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print() can be combined with formatted strings to create readable output.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F-strings allow variables and expressions to be embedded directly in text.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name = "Alice"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score = 95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print(f"{name} scored {score} marks.")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Alice scored 95 marks.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Formatted Output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