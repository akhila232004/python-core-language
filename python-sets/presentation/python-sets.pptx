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34E7D-49ED-482F-9BF8-EC2069035908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DB87D-F372-432B-9EEE-5860B20B3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77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857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B178-5635-8840-5E62-E54051D0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84F13-EA08-0290-13D3-7252D1E9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BFDB-15C2-7DD7-77D9-96ACC38CD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29A1-F9C2-D038-CFDD-8DE0C08EB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8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224C-CD36-74A7-A8AB-0D04FF8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60F90-93FA-ED38-8235-FA0BBD117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01F12-C90A-6620-29DD-58655AA0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DEDF-71BE-2593-79A1-E78DC3356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197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5285-834B-BC63-6D0B-710865EE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E3A3E-370F-9C8F-08B7-CA13F2D18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4ED04-2E75-7CC6-4968-69F6279D0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85C3-6F72-04C7-7687-CEF32C7B2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97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4" name="Picture 13" descr="python_tinitiate_for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6" y="1619573"/>
            <a:ext cx="6540285" cy="166636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54864"/>
            <a:ext cx="3383280" cy="4480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761488" y="1856231"/>
            <a:ext cx="3977639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98648" y="1993392"/>
            <a:ext cx="3474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>
                <a:solidFill>
                  <a:srgbClr val="232323"/>
                </a:solidFill>
                <a:latin typeface="Aptos"/>
              </a:rP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98648" y="2468880"/>
            <a:ext cx="36576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3778AF"/>
                </a:solidFill>
                <a:latin typeface="Aptos"/>
              </a:rPr>
              <a:t>Python Sets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rmAutofit/>
          </a:bodyPr>
          <a:lstStyle/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A set is an unordered collection of unique elements.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Sets are useful for membership testing, removing duplicate values,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and performing mathematical set operations.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Sets are created with curly braces or the set() constructor.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An empty set must be created using set(), because {} creates a dictionary.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numbers = {1, 2, 3, 2}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print(numbers)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{1, 2, 3}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100AE7-B4CE-4703-F358-F4BAF2D30DD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41C7C-3443-7A24-02CA-7F1A88C4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1A118D-1234-1B31-9E92-93786F2EBAD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Python Sets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A set can be created using curly braces when it contains elements.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The set() constructor can create an empty set or convert an iterable into a set.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fruits = {"apple", "banana", "orange"}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empty_set = set()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numbers = set([1, 2, 2, 3])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print(fruits)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print(empty_set)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print(numbers)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{'apple', 'banana', 'orange'}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set()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{1, 2, 3}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5AD11-5B9F-A785-1D82-481088F131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E3969-0689-9F53-67D3-D6FF33D1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98EA23-8882-5003-0F78-44BABF9433F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Creating Sets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2D33-04D9-A050-2BFF-8B6A7E0C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F966-9670-278E-FD28-D2A5005D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Sets do not support indexing because they are unordered.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Elements can be processed using a for loop.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The in and not in operators can be used to test membership.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numbers = {10, 20, 30}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print(20 in numbers)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print(50 not in numbers)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for number in numbers: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    print(number)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True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True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369F39-152B-BE89-CE6D-D44ABC4F0B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5BD11-E366-297A-BD41-2BE193408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D922F1F-68BD-1368-889A-9294A19DADB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Accessing and Membership Testing</a:t>
            </a:r>
          </a:p>
        </p:txBody>
      </p:sp>
    </p:spTree>
    <p:extLst>
      <p:ext uri="{BB962C8B-B14F-4D97-AF65-F5344CB8AC3E}">
        <p14:creationId xmlns:p14="http://schemas.microsoft.com/office/powerpoint/2010/main" val="50829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0A00-D5B4-1EC4-8961-6732A9C5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D4FD-1BC3-15BD-2CE8-F7EE4EF4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Set elements can be added or removed using built-in methods.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add() adds one element.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update() adds multiple elements.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remove() removes an element and raises KeyError if it is absent.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discard() removes an element without raising an error when it is absent.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pop() removes and returns an arbitrary element.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numbers = {1, 2, 3}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numbers.add(4)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numbers.update([5, 6])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numbers.discard(2)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print(numbers)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D7EBBE-1ABA-05F3-17A8-F1B91B98D8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B73D7-AB5F-373B-EB74-6EA5E760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44EC7F-FDAC-B2F3-C3CD-42E8DBE05DD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Adding and Removing Elements</a:t>
            </a:r>
          </a:p>
        </p:txBody>
      </p:sp>
    </p:spTree>
    <p:extLst>
      <p:ext uri="{BB962C8B-B14F-4D97-AF65-F5344CB8AC3E}">
        <p14:creationId xmlns:p14="http://schemas.microsoft.com/office/powerpoint/2010/main" val="64356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11BD-77F8-E55A-5E63-76ED064D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8E9F-8AE1-6043-376B-183BE657F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Union contains elements that are in either set or both sets.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Intersection contains elements common to both sets.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The | operator represents union.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The &amp; operator represents intersection.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set1 = {1, 2, 3, 4}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set2 = {3, 4, 5, 6}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print(set1 | set2)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print(set1 &amp; set2)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{1, 2, 3, 4, 5, 6}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{3, 4}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B09392-70BD-C41E-9119-5CB1550D080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35F03-1C73-0957-6854-622D4EA1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B519B1A-B04E-08F2-912D-4D85DE4CCCB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Set Union and Intersection</a:t>
            </a:r>
          </a:p>
        </p:txBody>
      </p:sp>
    </p:spTree>
    <p:extLst>
      <p:ext uri="{BB962C8B-B14F-4D97-AF65-F5344CB8AC3E}">
        <p14:creationId xmlns:p14="http://schemas.microsoft.com/office/powerpoint/2010/main" val="382265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3E26-D998-5DE4-B11B-325A906D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D347-4EF7-A77F-FB81-FCDC902C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Difference contains elements present in one set but not the other.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Symmetric difference contains elements present in either set, but not both.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The - operator represents difference.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The ^ operator represents symmetric difference.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set1 = {1, 2, 3, 4}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set2 = {3, 4, 5, 6}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print(set1 - set2)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print(set1 ^ set2)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{1, 2}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{1, 2, 5, 6}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AA3743-94AC-0B3B-5AAF-F0C5398099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6F3E4-0D65-C7C7-3640-5718851D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6627A5-5232-56B0-51A0-258627AF6C1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Set Difference and Symmetric Difference</a:t>
            </a:r>
          </a:p>
        </p:txBody>
      </p:sp>
    </p:spTree>
    <p:extLst>
      <p:ext uri="{BB962C8B-B14F-4D97-AF65-F5344CB8AC3E}">
        <p14:creationId xmlns:p14="http://schemas.microsoft.com/office/powerpoint/2010/main" val="408521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C24B-E62C-5C11-CC13-CCDE03FB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3A89-CD63-902F-B1BC-ECC04D74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A set is a subset when all of its elements are contained in another set.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A set is a superset when it contains all elements of another set.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&lt;= and issubset() test for a subset.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&gt;= and issuperset() test for a superset.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small = {1, 2}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large = {1, 2, 3, 4}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print(small &lt;= large)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print(large &gt;= small)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True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True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B76DD8-7C62-9625-A36B-B5874AE7CF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A8D8E-1111-4AAF-5F72-ADDBBC7E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33AB15-4F61-D0C5-47A3-22CB939B290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Subset and Superset</a:t>
            </a:r>
          </a:p>
        </p:txBody>
      </p:sp>
    </p:spTree>
    <p:extLst>
      <p:ext uri="{BB962C8B-B14F-4D97-AF65-F5344CB8AC3E}">
        <p14:creationId xmlns:p14="http://schemas.microsoft.com/office/powerpoint/2010/main" val="116676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649</Words>
  <Application>Microsoft Office PowerPoint</Application>
  <PresentationFormat>On-screen Show (16:9)</PresentationFormat>
  <Paragraphs>76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2025-08-01T09:09:29Z</dcterms:created>
  <dcterms:modified xsi:type="dcterms:W3CDTF">2025-08-12T08:59:33Z</dcterms:modified>
</cp:coreProperties>
</file>