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Strings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Strings are sequences of characters used to represent text in Python.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They can contain letters, numbers, symbols, spaces, and punctuation.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Strings can be written using single quotes or double quotes.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"Python"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message = 'Hello, Python!'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print(message)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Hello, Python!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Strings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string can be assigned to a variable using the assignment operator.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Triple quotes can be used for multiline strings.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text = "Python Programming"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multiline = """Python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Programming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Language"""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print(text)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print(multiline)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Programming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Programming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Language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Creating Strings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+ operator joins two or more strings together.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* operator can repeat a string multiple times.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first_name = "John"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last_name = "Smith"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full_name = first_name + " " + last_name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print(full_name)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print("Hi " * 3)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John Smith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Hi Hi Hi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String Concatenation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Strings are sequences, so individual characters can be accessed by index.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Indexing starts at 0 from the left.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Negative indexing starts at -1 from the right.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language = "Python"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print(language[0])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print(language[1])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print(language[-1])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print(language[-2])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y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String Indexing and Negative Indexing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Slicing extracts a substring using [start:stop:step].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start index is included and the stop index is excluded.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negative step can be used to reverse a string.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language = "Python"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print(language[0:3])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print(language[3:])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print(language[-3:])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print(language[::-1])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nohtyP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String Slicing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provides many built-in string methods for text processing.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Common methods include upper(), lower(), strip(), replace(), split(),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find(), startswith(), endswith(), and count().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text = "  Python Programming  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print(text.strip())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print(text.upper())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print(text.lower())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print(text.replace("Python", "Java"))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Programming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PYTHON PROGRAMMING  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python programming  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Java Programming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String Methods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provides several ways to format strings.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format() method and f-strings allow values to be inserted into text.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F-strings use expressions inside curly braces.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"Alice"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score = 95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print("Name: {}, Score: {}".format(name, score))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print(f"Name: {name}, Score: {score}")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Name: Alice, Score: 95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Name: Alice, Score: 95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String Formatting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