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657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3778AF"/>
                </a:solidFill>
                <a:latin typeface="Aptos"/>
              </a:rPr>
              <a:t>Python Tuples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Tuples are ordered, immutable collections used to store multiple items.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tuple can contain values of different data types and can contain duplicate items.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Tuples are written using parentheses () or can be created with tuple().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(10, 20, 30)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mixed = (1, "Python", 3.14, True)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print(mixed)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Python Tuples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Tuples can be created by placing comma-separated values inside parentheses.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Parentheses are optional in many cases, but the comma is what makes a tuple.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single-element tuple requires a trailing comma.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(1, 2, 3, 4)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empty_tuple = ()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single = (10,)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print(empty_tuple)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print(single)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(1, 2, 3, 4)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()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(10,)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Creating Tuples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Each tuple item has an index starting from 0.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Positive indexing accesses items from the beginning.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Negative indexing accesses items from the end.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fruits = ("apple", "banana", "cherry")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print(fruits[0])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print(fruits[-1])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apple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cherry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Accessing Tuple Elements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Tuple slicing extracts a portion of a tuple using start, stop, and optional step values.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stop index is not included.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Slicing creates a new tuple.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(10, 20, 30, 40, 50)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print(numbers[1:4])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print(numbers[:3])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print(numbers[::2])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(20, 30, 40)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(10, 20, 30)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(10, 30, 50)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Tuple Slicing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Tuples are immutable, so their elements cannot be changed after creation.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An assignment to an existing tuple index raises a TypeError.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new tuple can be created when different values are required.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(10, 20, 30)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# numbers[1] = 50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# TypeError: 'tuple' object does not support item assignment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new_numbers = (10, 50, 30)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print(new_numbers)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(10, 50, 30)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Tuple Immutability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Tuples support concatenation and repetition.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+ operator joins tuples.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* operator repeats a tuple.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in and not in operators test membership.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first = (1, 2)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second = (3, 4)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print(first + second)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print(first * 2)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print(3 in second)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(1, 2, 3, 4)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(1, 2, 1, 2)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Tuple Operations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Tuples provide methods for common operations.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count() returns the number of occurrences of a value.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index() returns the position of the first matching value.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(10, 20, 20, 30, 20)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print(numbers.count(20))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print(numbers.index(30))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3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Tuple Methods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