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A variable is created when a value is assigned using the = operator.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Python does not require a separate declaration statement.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A variable can hold an integer, string, float, or another Python object.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275387"/>
                </a:solidFill>
              </a:defRPr>
            </a:pPr>
            <a:r>
              <a:t>Example: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quantity = 10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product_name = "Notebook"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unit_price = 75.50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print(product_name, quantity, unit_price)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2400" b="1">
                <a:solidFill>
                  <a:srgbClr val="FFFFFF"/>
                </a:solidFill>
              </a:rPr>
              <a:t>Variable Creation and Assignment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A variable can be assigned a new value after it has been created.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The latest assignment becomes the current value of the variable.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Reassignment is useful when information changes during program execution.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275387"/>
                </a:solidFill>
              </a:defRPr>
            </a:pPr>
            <a:r>
              <a:t>Example: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score = 60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score = 85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print(score)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275387"/>
                </a:solidFill>
              </a:defRPr>
            </a:pPr>
            <a:r>
              <a:t>Output: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85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2400" b="1">
                <a:solidFill>
                  <a:srgbClr val="FFFFFF"/>
                </a:solidFill>
              </a:rPr>
              <a:t>Variable Reassignment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One variable can be assigned to another variable.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This allows a value referenced by one name to be used through another name.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275387"/>
                </a:solidFill>
              </a:defRPr>
            </a:pPr>
            <a:r>
              <a:t>Example: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original_value = 100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copied_value = original_value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print(original_value)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print(copied_value)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Both variables refer to the same integer value.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2400" b="1">
                <a:solidFill>
                  <a:srgbClr val="FFFFFF"/>
                </a:solidFill>
              </a:rPr>
              <a:t>Variable-to-Variable Assignment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The del statement removes a variable name.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After deletion, that variable name cannot be referenced normally.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A variable can be deleted when it is no longer required.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275387"/>
                </a:solidFill>
              </a:defRPr>
            </a:pPr>
            <a:r>
              <a:t>Example: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message = "Hello Python"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print(message)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del message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The variable message has now been deleted.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2400" b="1">
                <a:solidFill>
                  <a:srgbClr val="FFFFFF"/>
                </a:solidFill>
              </a:rPr>
              <a:t>Deleting Variables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Chained assignment assigns the same value to multiple variables.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Multiple assignment assigns different values in one statement.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Python also supports swapping values without a temporary variable.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275387"/>
                </a:solidFill>
              </a:defRPr>
            </a:pPr>
            <a:r>
              <a:t>Examples: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a = b = c = 10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name, age = "Ravi", 25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x = 5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y = 8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x, y = y, x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2400" b="1">
                <a:solidFill>
                  <a:srgbClr val="FFFFFF"/>
                </a:solidFill>
              </a:rPr>
              <a:t>Chained and Multiple Assignment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Variable names may contain letters, digits, and underscores.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A name cannot begin with a digit.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Variable names are case-sensitive.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Python keywords cannot be used as variable names.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Valid examples: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student_name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item2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_total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Invalid examples: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2item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first-name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class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2400" b="1">
                <a:solidFill>
                  <a:srgbClr val="FFFFFF"/>
                </a:solidFill>
              </a:rPr>
              <a:t>Python Variable Naming Rules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Use descriptive names that clearly communicate the stored value.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Meaningful names improve readability and make programs easier to maintain.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Follow consistent naming conventions such as lowercase words separated by underscores.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  <a:p>
            <a:pPr>
              <a:spcAft>
                <a:spcPts val="400"/>
              </a:spcAft>
              <a:defRPr sz="1600" b="1">
                <a:solidFill>
                  <a:srgbClr val="275387"/>
                </a:solidFill>
              </a:defRPr>
            </a:pPr>
            <a:r>
              <a:t>Example: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product_name = "Notebook"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product_price = 75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quantity = 4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total_cost = product_price * quantity</a:t>
            </a: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  <a:r>
              <a:t>print(total_cost)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2400" b="1">
                <a:solidFill>
                  <a:srgbClr val="FFFFFF"/>
                </a:solidFill>
              </a:rPr>
              <a:t>Meaningful Variable Names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